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Fase 4 — Presentación (Individual)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Sistema de Órdenes de Servicio para Taller Mecánico</a:t>
            </a:r>
          </a:p>
          <a:p>
            <a:r>
              <a:t>Estudiante: Francisco R. Diaz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El Diagnóstico: Cómo estaba el sistema 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Lógica de negocio acoplada: Controladores HTTP sobrecargados con validaciones y conversiones numéricas.</a:t>
            </a:r>
          </a:p>
          <a:p>
            <a:r>
              <a:t>Bloqueos de Interfaz (UX): Uso de funciones nativas del navegador (alert y confirm) que interrumpen la navegación.</a:t>
            </a:r>
          </a:p>
          <a:p>
            <a:r>
              <a:t>Duplicación de lógica: Lógica financiera crítica (como el formato de moneda) estaba repetida en múltiples vistas.</a:t>
            </a:r>
          </a:p>
          <a:p>
            <a:r>
              <a:t>Inconsistencias visuales: Mezcla de lógica condicional en la estructura principal (Layout) y encabezados H1 duplicados.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Decisiones de Arquitectura y Por Qué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Arquitectura Hexagonal y DDD: Se separó el Dominio (reglas) de la Infraestructura (BD/Express) para lograr un sistema altamente mantenible e independiente.</a:t>
            </a:r>
          </a:p>
          <a:p>
            <a:r>
              <a:t>Inyección de Casos de Uso: Se crearon clases como CrearVehiculoUseCase para centralizar la validación, dejando a los controladores y vistas muy delgados.</a:t>
            </a:r>
          </a:p>
          <a:p>
            <a:r>
              <a:t>Patrón Facade: Unificó la comunicación de la API HTTP con el negocio.</a:t>
            </a:r>
          </a:p>
          <a:p>
            <a:r>
              <a:t>Patrones State y Strategy: Centralizaron el comportamiento de las órdenes y el cálculo dinámico de ITBIS y descuentos.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El Antes y el Después (Backend)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ANTES (Controlador Acoplado):</a:t>
            </a:r>
          </a:p>
          <a:p/>
          <a:p>
            <a:pPr>
              <a:defRPr sz="1200">
                <a:solidFill>
                  <a:srgbClr val="C80000"/>
                </a:solidFill>
                <a:latin typeface="Courier New"/>
              </a:defRPr>
            </a:pPr>
            <a:r>
              <a:t>if (!req.body.placa || !req.body.marca) {</a:t>
            </a:r>
            <a:br/>
            <a:r>
              <a:t>  return res.status(400).json({msg: 'Error'});</a:t>
            </a:r>
            <a:br/>
            <a:r>
              <a:t>}</a:t>
            </a:r>
            <a:br/>
            <a:r>
              <a:t>const anio = parseInt(req.body.anio);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DESPUÉS (Caso de Uso Aislado):</a:t>
            </a:r>
          </a:p>
          <a:p/>
          <a:p>
            <a:pPr>
              <a:defRPr sz="1200">
                <a:solidFill>
                  <a:srgbClr val="009600"/>
                </a:solidFill>
                <a:latin typeface="Courier New"/>
              </a:defRPr>
            </a:pPr>
            <a:r>
              <a:t>// Controlador:</a:t>
            </a:r>
            <a:br/>
            <a:r>
              <a:t>const veh = await facade.crearVehiculo(req.body);</a:t>
            </a:r>
            <a:br/>
            <a:br/>
            <a:r>
              <a:t>// CrearVehiculoUseCase.js:</a:t>
            </a:r>
            <a:br/>
            <a:r>
              <a:t>if (!datos.placa || !datos.marca) {</a:t>
            </a:r>
            <a:br/>
            <a:r>
              <a:t>  throw new Error('Validación fallida');</a:t>
            </a:r>
            <a:br/>
            <a:r>
              <a:t>}</a:t>
            </a:r>
            <a:br/>
            <a:r>
              <a:t>return { ...datos, anio: parseInt(datos.anio) 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El Antes y el Después (Frontend)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ANTES (Alertas Nativas):</a:t>
            </a:r>
          </a:p>
          <a:p/>
          <a:p>
            <a:pPr>
              <a:defRPr sz="1200">
                <a:solidFill>
                  <a:srgbClr val="C80000"/>
                </a:solidFill>
                <a:latin typeface="Courier New"/>
              </a:defRPr>
            </a:pPr>
            <a:r>
              <a:t>const handleFacturar = async (id) =&gt; {</a:t>
            </a:r>
            <a:br/>
            <a:r>
              <a:t>  if (!window.confirm('¿Generar factura?'))</a:t>
            </a:r>
            <a:br/>
            <a:r>
              <a:t>    return;</a:t>
            </a:r>
            <a:br/>
            <a:r>
              <a:t>  try {</a:t>
            </a:r>
            <a:br/>
            <a:r>
              <a:t>    await generarFactura(id);</a:t>
            </a:r>
            <a:br/>
            <a:r>
              <a:t>  } catch (error) {</a:t>
            </a:r>
            <a:br/>
            <a:r>
              <a:t>    alert('Error: ' + error.message);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DESPUÉS (UX Asíncrona):</a:t>
            </a:r>
          </a:p>
          <a:p/>
          <a:p>
            <a:pPr>
              <a:defRPr sz="1200">
                <a:solidFill>
                  <a:srgbClr val="009600"/>
                </a:solidFill>
                <a:latin typeface="Courier New"/>
              </a:defRPr>
            </a:pPr>
            <a:r>
              <a:t>const handleFacturar = async (id) =&gt; {</a:t>
            </a:r>
            <a:br/>
            <a:r>
              <a:t>  setConfirmConfig({</a:t>
            </a:r>
            <a:br/>
            <a:r>
              <a:t>    title: '¿Generar factura?',</a:t>
            </a:r>
            <a:br/>
            <a:r>
              <a:t>    onConfirm: async () =&gt; {</a:t>
            </a:r>
            <a:br/>
            <a:r>
              <a:t>      try {</a:t>
            </a:r>
            <a:br/>
            <a:r>
              <a:t>        await generarFactura(id);</a:t>
            </a:r>
            <a:br/>
            <a:r>
              <a:t>        toast.success('Factura generada');</a:t>
            </a:r>
            <a:br/>
            <a:r>
              <a:t>      } catch (e) {</a:t>
            </a:r>
            <a:br/>
            <a:r>
              <a:t>        toast.error(e.message);</a:t>
            </a:r>
            <a:br/>
            <a:r>
              <a:t>      }</a:t>
            </a:r>
            <a:br/>
            <a:r>
              <a:t>    }</a:t>
            </a:r>
            <a:br/>
            <a:r>
              <a:t>  });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Qué aprendí sobre construir software de 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Separación de Responsabilidades: El frontend y el controlador solo deben presentar y recibir datos, el dominio dicta y verifica las reglas.</a:t>
            </a:r>
          </a:p>
          <a:p>
            <a:r>
              <a:t>Control de Versiones Atómico: Usar Git con commits separados (refactor, fix, feat) garantiza un registro seguro y facilita encontrar errores históricos.</a:t>
            </a:r>
          </a:p>
          <a:p>
            <a:r>
              <a:t>Importancia del UX/UI: Eliminar componentes intrusivos y estandarizar componentes (Toast, formatMoneda) eleva dramáticamente la calidad percibida del software.</a:t>
            </a:r>
          </a:p>
          <a:p>
            <a:r>
              <a:t>Diseño Agnostico: Gracias a la Arquitectura Hexagonal, la lógica de negocio puede probarse fácilmente sin levantar bases de datos ni servicios HTTP.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